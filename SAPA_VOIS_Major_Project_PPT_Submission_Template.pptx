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53" r:id="rId11"/>
    <p:sldId id="347" r:id="rId12"/>
    <p:sldId id="348" r:id="rId13"/>
    <p:sldId id="349" r:id="rId14"/>
    <p:sldId id="350" r:id="rId15"/>
    <p:sldId id="351" r:id="rId16"/>
    <p:sldId id="352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4926" y="3529397"/>
            <a:ext cx="5355874" cy="11143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Chollangi Devi Sri Surya Sankar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IN" b="0" dirty="0">
                <a:solidFill>
                  <a:schemeClr val="tx1"/>
                </a:solidFill>
              </a:rPr>
              <a:t>Kakinada Institute of Engineering and Technology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926" y="2655059"/>
            <a:ext cx="9880368" cy="743448"/>
          </a:xfrm>
        </p:spPr>
        <p:txBody>
          <a:bodyPr>
            <a:normAutofit/>
          </a:bodyPr>
          <a:lstStyle/>
          <a:p>
            <a:r>
              <a:rPr lang="en-GB" sz="3200" b="1" dirty="0"/>
              <a:t>Seasonal Agriculture Performance Analysis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044926" y="4750548"/>
            <a:ext cx="554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STU66750ca69d2db1718946982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7468" y="2063974"/>
            <a:ext cx="6949204" cy="450446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The problem is to </a:t>
            </a:r>
            <a:r>
              <a:rPr lang="en-IN" sz="2800" dirty="0" err="1"/>
              <a:t>analyze</a:t>
            </a:r>
            <a:r>
              <a:rPr lang="en-IN" sz="2800" dirty="0"/>
              <a:t> the given agricultural dataset and investigate seasonal differences in agricultural performance by identifying meaningful patterns, trends, relationships and variations within the available data.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48824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F143839-BEB3-E2AD-C528-D4738B2392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9186" y="2063974"/>
            <a:ext cx="6949204" cy="450446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IN" sz="2800" b="1" dirty="0"/>
              <a:t>Seasonal Agriculture Performance Analysis</a:t>
            </a:r>
            <a:r>
              <a:rPr lang="en-IN" sz="2800" dirty="0"/>
              <a:t> is a data analysis project that studies how agricultural performance changes across the </a:t>
            </a:r>
            <a:r>
              <a:rPr lang="en-IN" sz="2800" b="1" dirty="0"/>
              <a:t>Kharif, Rabi, and Zaid seasons</a:t>
            </a:r>
            <a:r>
              <a:rPr lang="en-IN" sz="2800" dirty="0"/>
              <a:t>.</a:t>
            </a:r>
          </a:p>
          <a:p>
            <a:r>
              <a:rPr lang="en-IN" sz="2800" dirty="0"/>
              <a:t>The project </a:t>
            </a:r>
            <a:r>
              <a:rPr lang="en-IN" sz="2800" dirty="0" err="1"/>
              <a:t>analyzes</a:t>
            </a:r>
            <a:r>
              <a:rPr lang="en-IN" sz="2800" dirty="0"/>
              <a:t> </a:t>
            </a:r>
            <a:r>
              <a:rPr lang="en-IN" sz="2800" b="1" dirty="0"/>
              <a:t>4,000 agricultural records</a:t>
            </a:r>
            <a:r>
              <a:rPr lang="en-IN" sz="2800" dirty="0"/>
              <a:t> covering environmental conditions, soil characteristics, farming practices, irrigation, water usage, crop yield, production, revenue, cost, profit, and disease/pest risk.</a:t>
            </a:r>
          </a:p>
          <a:p>
            <a:r>
              <a:rPr lang="en-IN" sz="2800" dirty="0"/>
              <a:t>Using </a:t>
            </a:r>
            <a:r>
              <a:rPr lang="en-IN" sz="2800" b="1" dirty="0"/>
              <a:t>Python, NumPy, Pandas, Matplotlib, and Seaborn</a:t>
            </a:r>
            <a:r>
              <a:rPr lang="en-IN" sz="2800" dirty="0"/>
              <a:t>, the project identifies seasonal patterns, compares agricultural and economic performance, examines relationships between environmental and farming factors, and highlights unusual variations.</a:t>
            </a:r>
          </a:p>
          <a:p>
            <a:r>
              <a:rPr lang="en-IN" sz="2800" dirty="0"/>
              <a:t>The analysis provides </a:t>
            </a:r>
            <a:r>
              <a:rPr lang="en-IN" sz="2800" b="1" dirty="0"/>
              <a:t>data-driven insights and recommendations</a:t>
            </a:r>
            <a:r>
              <a:rPr lang="en-IN" sz="2800" dirty="0"/>
              <a:t> to support better seasonal crop planning, efficient resource utilization, water management, and improved agricultural profitability.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186781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600" b="1" dirty="0"/>
              <a:t>Farmers</a:t>
            </a:r>
            <a:r>
              <a:rPr lang="en-IN" sz="3600" dirty="0"/>
              <a:t> – For crop selection, seasonal planning, and efficient resource usage.</a:t>
            </a:r>
          </a:p>
          <a:p>
            <a:pPr lvl="0"/>
            <a:r>
              <a:rPr lang="en-IN" sz="3600" b="1" dirty="0"/>
              <a:t>Agricultural Planners</a:t>
            </a:r>
            <a:r>
              <a:rPr lang="en-IN" sz="3600" dirty="0"/>
              <a:t> – For </a:t>
            </a:r>
            <a:r>
              <a:rPr lang="en-IN" sz="3600" dirty="0" err="1"/>
              <a:t>analyzing</a:t>
            </a:r>
            <a:r>
              <a:rPr lang="en-IN" sz="3600" dirty="0"/>
              <a:t> seasonal trends and planning agricultural activities.</a:t>
            </a:r>
          </a:p>
          <a:p>
            <a:pPr lvl="0"/>
            <a:r>
              <a:rPr lang="en-IN" sz="3600" b="1" dirty="0"/>
              <a:t>Government &amp; Agricultural Departments</a:t>
            </a:r>
            <a:r>
              <a:rPr lang="en-IN" sz="3600" dirty="0"/>
              <a:t> – For policy-making and resource planning.</a:t>
            </a:r>
          </a:p>
          <a:p>
            <a:pPr lvl="0"/>
            <a:r>
              <a:rPr lang="en-IN" sz="3600" b="1" dirty="0"/>
              <a:t>Agricultural Researchers</a:t>
            </a:r>
            <a:r>
              <a:rPr lang="en-IN" sz="3600" dirty="0"/>
              <a:t> – For studying seasonal, environmental, and crop performance patterns.</a:t>
            </a:r>
          </a:p>
          <a:p>
            <a:pPr lvl="0"/>
            <a:r>
              <a:rPr lang="en-IN" sz="3600" b="1" dirty="0"/>
              <a:t>Irrigation &amp; Resource Managers</a:t>
            </a:r>
            <a:r>
              <a:rPr lang="en-IN" sz="3600" dirty="0"/>
              <a:t> – For improving water usage and irrigation efficiency.</a:t>
            </a:r>
          </a:p>
          <a:p>
            <a:pPr lvl="0"/>
            <a:r>
              <a:rPr lang="en-IN" sz="3600" b="1" dirty="0"/>
              <a:t>Agribusiness Companies</a:t>
            </a:r>
            <a:r>
              <a:rPr lang="en-IN" sz="3600" dirty="0"/>
              <a:t> – For evaluating crop performance, costs, revenue, and profitability.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51161" y="1586736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Python</a:t>
            </a:r>
            <a:r>
              <a:rPr lang="en-IN" dirty="0"/>
              <a:t> – Main programming language for data analysis.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calculations and statistical operations.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Data loading, cleaning, and data manipulation.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– Creating data visualizations and charts.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visualization and graphical analysis. 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– Cloud-based environment used to develop and run the project. </a:t>
            </a:r>
          </a:p>
          <a:p>
            <a:pPr lvl="0"/>
            <a:r>
              <a:rPr lang="en-IN" b="1" dirty="0"/>
              <a:t>Git &amp; GitHub</a:t>
            </a:r>
            <a:r>
              <a:rPr lang="en-IN" dirty="0"/>
              <a:t> – Version control and project hosting.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9" y="465072"/>
            <a:ext cx="5818125" cy="847817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6169C-0A35-504E-2A7F-FF0B3A29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2218933"/>
            <a:ext cx="5349704" cy="3513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3BBE5-9638-F896-7074-F788F4A8C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959" y="2180829"/>
            <a:ext cx="5121084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585C-75F4-02E1-E142-00C96AE5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4D7B8-03F4-E14F-99FC-10473109F3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E8D1A3-DD7F-02B2-AE1F-B70265B6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7441C48-CF7B-DE81-008E-F318DCCA7D2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6B396A7-3E77-3A65-4EBA-18E2F32DDAA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8ABF5-C798-C89F-15F7-1EB66F17F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957" y="2221063"/>
            <a:ext cx="5349704" cy="3508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36E221-60B4-12DB-585A-7287CB09E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4959" y="2257938"/>
            <a:ext cx="5121084" cy="339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2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3B4B-F75F-F6CE-4F3F-BB49F62B6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4C8053-58CD-023C-11B2-44DDC0A5E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424E36-ACA6-2073-B4C3-3EE641E63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0CF47DD-09C3-4FA4-45DC-B7C3DDF60F1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BDD7DA-2088-66A0-BBBB-02CDF08D3D9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6FE45D-6981-92F1-776B-12056446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5324" y="2218933"/>
            <a:ext cx="4990969" cy="3513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C7B29-2C11-7784-7F92-99C1932D5F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7596" y="2180829"/>
            <a:ext cx="5035810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2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AEEA-CA73-20F5-7876-5BDDF41F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219314-437C-3216-8DA1-2176DBBD38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D977E5B-1F31-8E0D-4C3A-59095529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8C0CA04-9F50-B315-D758-0417C0C1181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5B81440-9A11-95F6-A4F2-5368A0F3C9D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EDE973-9DDD-C8DF-29F6-0A3E1E9DA9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0451" y="2218933"/>
            <a:ext cx="4980714" cy="3513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6E3B23-4630-F83F-A0B7-DE105E3799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7596" y="2286221"/>
            <a:ext cx="5035810" cy="334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1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D615-99CA-60D1-F7F6-090EB1DF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69F665-1B9C-D7B1-3384-B5E58B927A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C5544A-BE72-6155-D1BA-0F982D2B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C0B7D1C-F259-76A1-759C-C9408A8F4B3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0AF253E-4C9D-4470-1626-0BE3FCAE7D3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AD115C-1B37-40BC-6AF6-4C86EB673A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0451" y="2257111"/>
            <a:ext cx="4980714" cy="3436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D62E8-C1F7-BFBB-6A2F-201B705A29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7596" y="2406190"/>
            <a:ext cx="5035810" cy="31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7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F5C3-13C2-F0C2-E54E-2C4565C4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11795B-9196-F91C-7777-78C342F9E9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71B1972-BAFF-DAAF-5BE4-703EAE65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93BE0FF-D464-8BDB-67BD-70922903589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6F2B957-F60E-C624-D9C2-4F5DE47EA9D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0103B-B9B9-C511-7155-6C6D93A1F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756" y="2257111"/>
            <a:ext cx="4888104" cy="3436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3510F6-78AB-586A-8D4F-B96325B482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033" y="2406190"/>
            <a:ext cx="4576935" cy="31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41D5-3B4B-7B33-2BCF-05CDB203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0C8583-115B-EB5C-F154-433F86FCA5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E860F6D-741D-F49E-3CC2-DCBCEDB8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4A90DDA-ADE9-725F-2046-5B4CDF3E923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030318D-3CFF-5456-C74A-302E3D92BD2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5026EA-028F-87D7-7860-D2B11744C8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756" y="2271006"/>
            <a:ext cx="4888104" cy="3408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9AD86-B2B5-621D-B9EE-63222FB74B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81611" y="2406190"/>
            <a:ext cx="4547778" cy="31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8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E9A2-DFD7-09BE-59E4-854BDAA0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CD304A-B27C-9326-5B75-8793F1C8A3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BC03F6-00B5-E658-F47A-5FF669D6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5823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2DF0FDC-BC80-39E9-6AD5-8656B0E9EE1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E6F44F1-783A-C225-BA79-08E2FB0B3E8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0CBCB-81BD-39E9-06F4-349D82FF8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9213" y="2271006"/>
            <a:ext cx="4743190" cy="3408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E3057-0E17-5020-F452-A0B78C6923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81611" y="2413707"/>
            <a:ext cx="4547778" cy="308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7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D3990EA-2CA3-4A06-8171-A91C610DF1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180" y="1324992"/>
            <a:ext cx="9027702" cy="5243448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Predictive Analysis</a:t>
            </a:r>
            <a:r>
              <a:rPr lang="en-IN" dirty="0"/>
              <a:t> – Develop machine learning models to predict crop yield and seasonal profitability.</a:t>
            </a:r>
          </a:p>
          <a:p>
            <a:pPr lvl="0"/>
            <a:r>
              <a:rPr lang="en-IN" b="1" dirty="0"/>
              <a:t>Crop Recommendation</a:t>
            </a:r>
            <a:r>
              <a:rPr lang="en-IN" dirty="0"/>
              <a:t> – Recommend suitable crops based on season, soil, weather, and resource availability.</a:t>
            </a:r>
          </a:p>
          <a:p>
            <a:pPr lvl="0"/>
            <a:r>
              <a:rPr lang="en-IN" b="1" dirty="0"/>
              <a:t>Weather Integration</a:t>
            </a:r>
            <a:r>
              <a:rPr lang="en-IN" dirty="0"/>
              <a:t> – Incorporate real-time weather data for better seasonal planning.</a:t>
            </a:r>
          </a:p>
          <a:p>
            <a:pPr lvl="0"/>
            <a:r>
              <a:rPr lang="en-IN" b="1" dirty="0"/>
              <a:t>Regional Analysis</a:t>
            </a:r>
            <a:r>
              <a:rPr lang="en-IN" dirty="0"/>
              <a:t> – Perform detailed analysis at state and district levels.</a:t>
            </a:r>
          </a:p>
          <a:p>
            <a:pPr lvl="0"/>
            <a:r>
              <a:rPr lang="en-IN" b="1" dirty="0"/>
              <a:t>Market Analysis</a:t>
            </a:r>
            <a:r>
              <a:rPr lang="en-IN" dirty="0"/>
              <a:t> – Integrate real-time market prices to estimate expected revenue and profit.</a:t>
            </a:r>
          </a:p>
          <a:p>
            <a:pPr lvl="0"/>
            <a:r>
              <a:rPr lang="en-IN" b="1" dirty="0"/>
              <a:t>Interactive Dashboard</a:t>
            </a:r>
            <a:r>
              <a:rPr lang="en-IN" dirty="0"/>
              <a:t> – Build an interactive dashboard for farmers, planners, and agricultural departments.</a:t>
            </a:r>
          </a:p>
          <a:p>
            <a:pPr lvl="0"/>
            <a:r>
              <a:rPr lang="en-IN" b="1" dirty="0"/>
              <a:t>Early Risk Detection</a:t>
            </a:r>
            <a:r>
              <a:rPr lang="en-IN" dirty="0"/>
              <a:t> – Improve disease and pest risk analysis to support preventive action.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982" y="777413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0DAD4-1E72-FC1B-C111-E74599F071AC}"/>
              </a:ext>
            </a:extLst>
          </p:cNvPr>
          <p:cNvSpPr txBox="1"/>
          <p:nvPr/>
        </p:nvSpPr>
        <p:spPr>
          <a:xfrm>
            <a:off x="1207836" y="2090172"/>
            <a:ext cx="7541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rgbClr val="0070C0"/>
                </a:solidFill>
              </a:rPr>
              <a:t>https://github.com/SuryaSankar18/Seasonal_Agriculture_Performance_Analysis.git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C561D0-F20A-8626-7856-DC6D93A7CCE8}"/>
              </a:ext>
            </a:extLst>
          </p:cNvPr>
          <p:cNvSpPr txBox="1"/>
          <p:nvPr/>
        </p:nvSpPr>
        <p:spPr>
          <a:xfrm>
            <a:off x="1207836" y="3551304"/>
            <a:ext cx="61031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📂 Repository Contains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📓 Google </a:t>
            </a:r>
            <a:r>
              <a:rPr lang="en-IN" dirty="0" err="1"/>
              <a:t>Colab</a:t>
            </a:r>
            <a:r>
              <a:rPr lang="en-IN" dirty="0"/>
              <a:t> Notebook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📊 Agriculture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📝 Problem Statement File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📋 README File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🖥️ Project PPT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269118-6CF7-81A7-6052-90798D917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16" y="1608410"/>
            <a:ext cx="6797629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09" y="2895427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71af3243-3dd4-4a8d-8c0d-dd76da1f02a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594</TotalTime>
  <Words>564</Words>
  <Application>Microsoft Office PowerPoint</Application>
  <PresentationFormat>Widescreen</PresentationFormat>
  <Paragraphs>58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</vt:lpstr>
      <vt:lpstr>WHO ARE THE END USERS?</vt:lpstr>
      <vt:lpstr>TECHNOLOGIES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Sankar Chollangi</cp:lastModifiedBy>
  <cp:revision>98</cp:revision>
  <dcterms:created xsi:type="dcterms:W3CDTF">2021-07-11T13:13:15Z</dcterms:created>
  <dcterms:modified xsi:type="dcterms:W3CDTF">2026-09-09T13:03:38Z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